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6F346-75FD-4165-EEA4-9FCD885FA0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C752D-DBC2-E1EA-19FF-F3F57EB6A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077AD-1E0D-037D-F223-262AA58E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28DE5-93C0-A72D-B84F-6970478D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248D-2799-0EC4-3D32-2532339A9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67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22887-DE16-277F-16A4-827F21B61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694C2-D50A-5AFB-A354-4ED734390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31207-4CD7-0E27-4112-67F408877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141F1-2E90-3BFD-5D59-28DD2F650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18B49-F739-1A55-0C55-F9FDC5192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30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B047B-DDB5-F016-C6FE-FE853286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22877-990F-FB80-CB6F-5B5536F6B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326D4-883F-9C3C-4A7F-9AFFF30E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9A376-29C2-5337-19E4-B7E2331B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12A6F-D3D9-8A70-20C4-5BE22A5F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04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3F716-9469-C864-4A45-372E8BA9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1A396-6364-93DC-11EE-71E5332AAB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394B8D-1F72-9FE7-DC73-A26BEC7888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CC696-9965-24FD-66AD-3ECF37156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C1AA1-985A-0BD0-3CEF-1740E7B2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088A7-9DDE-83AF-7D8C-2FB39C4EF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6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848A-D3B6-7C88-74E5-9E2969CF6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0D44D-066E-63CF-723E-E92949DFB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ACF0B-9109-74E1-0B40-3028E7BFD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426880-F013-0212-AD42-800D93576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5BF5E-2D7C-8BCC-2F01-D499C9283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5304A8-954E-2170-A506-966E29505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B551F9-B338-43F5-914A-F2F789513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82BF5-29B9-B8BD-C37A-319A35D5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3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3170-19ED-E2A9-11FA-43BE4AFD1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8D8D7-FD6D-0AB1-1D8E-E17C8EBCC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1B8FA-30B0-5376-EA87-D9E1E004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A6028C-B586-FBA0-AE7F-82382D71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71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A101D-7682-244F-337B-65BE49468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E92FBC-DCCE-5494-0412-2A2A909C1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1D12F-2F06-F40B-C020-AD86063D4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14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6CAF-0EC7-E853-2630-267493E99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C1D6B-723C-8615-641C-FA8AFFFD7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4E84E-876F-6756-BD94-362CC1E34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183432-B1E4-716B-714A-9EF20900F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97F01-4383-D253-96BE-10F0547BF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31A4B-AAA6-1342-50FC-571C2D4F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36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29996-3E5F-61E3-7C33-926E32D4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86B361-F030-982F-3B1A-F7C5529568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1E7E2E-738B-750C-1600-91A444E34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C2A08-86C9-7EA0-3F48-07126F2CF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C6DDCC-53B0-E5B9-1EF0-9E20C606C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D9C06-0DCA-DD34-C3D0-37B3A60D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87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644BB-8BC9-D114-68D3-ED2F25AF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D9405-AEC0-4660-59CE-E37694DFD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E25CE-D571-49C5-1B76-084FE3FEB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78D13-A305-3718-FDFE-5332F8D02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59F46-753C-81BA-91C1-970DCCC0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92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A59976-1F1C-9BE3-B0CE-61BEF6F4C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EA158-EA74-AAAD-D038-F6CEDDD33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99291-5033-638E-E291-9FEB6933C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2D2CB-8AEC-B2A8-3D7E-E97E858CB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5C80E-30A0-D0DB-F20D-B7A0E3794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0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8C5834-8C63-AC51-88F0-61D694966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84612-1E21-DE4F-9134-6368AFC55D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CB86B-5A91-BD39-9352-246BAE0D48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BDC97-5AF9-474B-B0D5-5AB48F71016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586A1-7A6E-F2CF-376F-E8E60AF1B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35AC7-0513-16B8-FCE0-3B55AB66F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B4339C-335D-4D66-AE32-AE3550A103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94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B46DE2A-743D-6615-0461-894335BC954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9318" y="682625"/>
            <a:ext cx="11713364" cy="5260975"/>
          </a:xfrm>
        </p:spPr>
      </p:pic>
    </p:spTree>
    <p:extLst>
      <p:ext uri="{BB962C8B-B14F-4D97-AF65-F5344CB8AC3E}">
        <p14:creationId xmlns:p14="http://schemas.microsoft.com/office/powerpoint/2010/main" val="2734231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Sonova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Veloza Rodriguez, Jovana External</dc:creator>
  <cp:lastModifiedBy>Veloza Rodriguez, Jovana External</cp:lastModifiedBy>
  <cp:revision>1</cp:revision>
  <dcterms:created xsi:type="dcterms:W3CDTF">2025-12-04T14:25:44Z</dcterms:created>
  <dcterms:modified xsi:type="dcterms:W3CDTF">2025-12-04T14:26:13Z</dcterms:modified>
</cp:coreProperties>
</file>