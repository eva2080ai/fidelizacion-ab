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0990A-610C-1368-8F9D-004A175791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BFFD2B-0A28-14F7-C8E0-A4D8D7416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072F8-17F6-C69E-DB4E-C836DE543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BB15-CEBB-4C80-9190-2FDC67BED7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AE185-8487-D2B0-9722-54640D17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9597D-4E62-68B5-7F06-AC34AFDEE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717D-62F7-48FD-B7F0-D25D058CD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526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2A3BD-B450-6218-F870-36BD3D4DC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B2C15-D5CE-5507-9E40-63015C89D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29DA1-046F-02BC-4420-90734D268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BB15-CEBB-4C80-9190-2FDC67BED7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5BFCB-F821-E08A-869B-EC0324D9F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300B1-07FD-1D05-1E94-FFE083659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717D-62F7-48FD-B7F0-D25D058CD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67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5AAA2-C77F-7224-60BF-00F1EF64A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1F15E-0A03-83A2-6AE2-27B2604A7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9251C-AC0F-0E82-CF7B-113D877CE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BB15-CEBB-4C80-9190-2FDC67BED7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D15FC-869A-3BC6-4A4B-769E2143B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179A8-BD2C-2AB8-D718-2F2608AD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717D-62F7-48FD-B7F0-D25D058CD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956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2A029-EC2A-84C7-03AF-EB0E515B6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B060F-40CA-C221-1ED2-0BF9AC5CD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B96B6-2208-B037-B2A9-BFABB0E28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5C96D-D719-EC46-0F74-C4A5D348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BB15-CEBB-4C80-9190-2FDC67BED7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A3A3F-1CE5-86D6-6187-399C14AA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C7E7F-7D2D-6186-1098-724FD3277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717D-62F7-48FD-B7F0-D25D058CD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20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3D3DE-D4C1-06F0-61C6-C32C70BF4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A8755-8D4B-CE8D-7ED0-B72FD7A45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37AEBA-9767-D3B5-EED3-72715450D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C27A0A-BE25-B6B4-4F84-60BBCD4320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A5AE8-D2B3-40EF-31D7-4DC989073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23E69E-CAE6-6A42-2E28-C659FF371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BB15-CEBB-4C80-9190-2FDC67BED7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64972A-3BB7-8E80-08EB-60AAF583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7A5993-0044-F002-D1CB-E8981AFD3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717D-62F7-48FD-B7F0-D25D058CD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46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33ABF-B885-8019-3E29-7B897C72B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F4EF53-3FF1-DE68-1D23-AEBEA60EA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BB15-CEBB-4C80-9190-2FDC67BED7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37DD33-6AEF-1B1F-980F-C81A8A72C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CACB4-84A9-A385-8EFB-86C9CB6D2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717D-62F7-48FD-B7F0-D25D058CD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296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BAF575-9578-F664-0FA5-37A34CCC1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BB15-CEBB-4C80-9190-2FDC67BED7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9E417F-E8E0-1ED7-C1CE-B3B406242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76EF6-3D45-D1D7-8C1D-990CD472D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717D-62F7-48FD-B7F0-D25D058CD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987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4602D-69EE-2DA4-E6AB-3A71FD5FF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9AC5B-A3B7-EECE-897A-B330E9645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17AB23-1967-0C63-5785-F7D50AC96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15BBA-C3EE-0890-0DF5-A91ED4CB7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BB15-CEBB-4C80-9190-2FDC67BED7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E141F-4DD6-D09F-D174-FF41964E3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DFD82-C918-6989-11E7-4BF930B09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717D-62F7-48FD-B7F0-D25D058CD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75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78628-2EAF-FB1E-5872-9BCA565D2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8C8CA8-594B-C369-0A44-D24448FE9B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4A0A4-220A-3633-06DA-4FBD34611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14711-10A8-33DB-C6C2-150767FC8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BB15-CEBB-4C80-9190-2FDC67BED7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5AE0DC-2A1F-497D-F10E-9EB8C073F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35124-D350-16E6-5F77-DDE0E6FEA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717D-62F7-48FD-B7F0-D25D058CD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8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18B14-E7B7-1028-D2B1-D36478E5A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F2664-3453-91BC-EB2A-DFDC6AA31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CE5C9-34AC-957A-6145-7DE7EE514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BB15-CEBB-4C80-9190-2FDC67BED7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2E4D8-988E-94F9-E79C-6CCFB6D79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804B2-EFA3-6B39-1F6D-A81031BB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717D-62F7-48FD-B7F0-D25D058CD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035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576D23-443C-5269-F5A9-AC2A07D1EC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D51ADA-7EEE-6F0A-FBE1-5156EA86D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6B6C0-E40A-BAF7-67BA-0B88F5B61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BB15-CEBB-4C80-9190-2FDC67BED7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971C0-A99E-4F42-310E-0409B83D0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71C43-2693-9FBB-2BC4-15EF3BD23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E717D-62F7-48FD-B7F0-D25D058CD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542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98A91E-955C-338F-1CCF-FA8B34E00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21728-E700-4C4D-7414-6C8205435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5D7F7-FF19-5E16-879A-9B66B99D3B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50BB15-CEBB-4C80-9190-2FDC67BED76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81473-13FA-526E-E855-2A95722A8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DD057-D806-7CFD-AA41-897110E8C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5E717D-62F7-48FD-B7F0-D25D058CD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428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FE7A3D7-2E7F-7DBA-D7FB-A0E449F77DC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815" y="729343"/>
            <a:ext cx="11686767" cy="5225143"/>
          </a:xfrm>
        </p:spPr>
      </p:pic>
    </p:spTree>
    <p:extLst>
      <p:ext uri="{BB962C8B-B14F-4D97-AF65-F5344CB8AC3E}">
        <p14:creationId xmlns:p14="http://schemas.microsoft.com/office/powerpoint/2010/main" val="308322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6DBC7-1B6D-C69D-51E8-5D9C20E1C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A425C9-6B07-C0E0-27F4-A094208CA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8" y="971423"/>
            <a:ext cx="11144823" cy="491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49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Sonova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Veloza Rodriguez, Jovana External</dc:creator>
  <cp:lastModifiedBy>Veloza Rodriguez, Jovana External</cp:lastModifiedBy>
  <cp:revision>1</cp:revision>
  <dcterms:created xsi:type="dcterms:W3CDTF">2025-12-04T14:29:20Z</dcterms:created>
  <dcterms:modified xsi:type="dcterms:W3CDTF">2025-12-04T14:35:39Z</dcterms:modified>
</cp:coreProperties>
</file>