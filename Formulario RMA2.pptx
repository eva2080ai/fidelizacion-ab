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F692-0C18-2740-A903-E476069E5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7EEFF-68FA-A50F-F7F0-636B73965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5EB8C-2091-7F79-3247-27B59C9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004E5-2003-F8E5-D288-18208A96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E6F8-27A8-63D1-E6EB-1F222676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3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779D-6F5B-482B-171A-97493258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A8C9-B394-8062-423F-9DFFA957B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6B53-BED2-D145-45C9-149D0643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4358-DBB6-DA81-6B03-D7F242CC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58672-9B26-D389-AAE0-9D20D7FF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13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6D4E-A64F-495A-B423-5038647D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951D0-4FB6-6BCD-831F-11D8F8749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60A75-B993-1C1B-E33B-718A87C4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B089C-3A94-109D-8D74-514DEB19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523CA-D33C-B65E-9642-FC3380FE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2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A906-185A-464C-BC4E-CF3613CB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BDDAD-696F-7D4C-FF5F-B4B5B271E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AD363-36A9-5B45-9185-BA0912D6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562EB-0F74-CCA6-E0FC-D91D7A1F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B8882-EDC6-61C9-C499-C89D0D3A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DD736-19B2-3398-87A5-12E9531B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0452-A4A5-91F8-FCD3-A1BD1F18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4FA7C-C377-2EB3-6AF0-D22029BAC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18AF0-C5CD-F958-6DCC-0265698F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CA5A0-3ECB-1BF3-987F-071B12D91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C0C66-9E59-6088-153A-AD411D70E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890C0-B700-B05B-B660-C5BBA382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6ACA4-7502-DD11-0EF9-C13342FD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49E7A-D44D-825A-140D-1117C793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3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ADA4-8148-4B13-DD16-4A1FB2BA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68B4E-B8A7-2B9C-7CE2-ACD4E510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D59B4-73BB-FCBE-CAB4-06A77ABC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2DC42-397B-BB65-53B2-17F71B6F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5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E9F0D-F70C-78C0-769D-2F79E794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51108-0C5A-DED5-02A0-7A6661B3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4079D-1043-963E-6B1A-88E98D5D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4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BD4E-4E59-DB2E-8C3F-F7403A11B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EC2AE-87CA-40BF-F539-B7F9CFB0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AEE22-1FD1-79A7-03F4-16AE57D25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F6BB-1D74-E8D8-76D5-4C51B430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05CEF-14A9-772C-98C9-91995A82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5320D-7B5C-5BF6-30AB-5534AE35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5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DCFA-5A1E-1DB9-0C99-6B3E8534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EDFC8-EB7C-630F-CAA4-A3B5D1EF4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1EA86-818E-2854-F852-DC330AFAD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A2C5-4974-29C6-F56B-CF8F2ADB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05F90-A55B-3C8A-1AE4-221F987C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57CAC-2529-A127-BFE6-1E830C69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4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00D07-8131-D47F-E574-52B762C2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F2A6E-7164-DE66-2E91-4F8C6EEFA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ADDE-AFA5-F6DF-FFAF-F3B9372B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1E9CD-FA25-1724-9FC9-0623BA20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69C18-87EE-1698-6053-008AF3F6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A626F-13D7-0BA1-0FD3-BE2DE7D73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18F15-A29B-48CB-4D26-3ACB0D97B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2D717-1D9F-252E-78A6-3572D483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1612-0D6F-A768-EA38-C406796E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03FB-6A6A-6141-6D7E-A0AA66FB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5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FEE24-94C6-70B8-758C-568F6FC6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6B746-752B-33A1-FCF0-73A2CB218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6E1F-6D43-0EE9-3B6A-82CFAE682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1A6C8-5971-41B0-9435-43DCE56EFED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55A56-499C-B9AD-EB04-6EA7CD01A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8BDB-B67A-71D4-1A90-958C25EE7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0F5AD-9605-41BD-8CD1-B5CC40F7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7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C8DEB7D-1B69-E588-6972-93EB7F616A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4473" y="769711"/>
            <a:ext cx="10992247" cy="4873625"/>
          </a:xfrm>
        </p:spPr>
      </p:pic>
    </p:spTree>
    <p:extLst>
      <p:ext uri="{BB962C8B-B14F-4D97-AF65-F5344CB8AC3E}">
        <p14:creationId xmlns:p14="http://schemas.microsoft.com/office/powerpoint/2010/main" val="22690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6423-745B-87A8-88BD-C3AA4B0B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7DBC1-8E05-701F-3F24-D4B9F6529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64" y="984124"/>
            <a:ext cx="11113071" cy="488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43A7-3E7E-103A-9D07-1195F517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10067-C473-50E4-4AEE-1BD7C023C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5" y="1025401"/>
            <a:ext cx="11087670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5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2025-12-04T14:40:36Z</dcterms:created>
  <dcterms:modified xsi:type="dcterms:W3CDTF">2025-12-04T14:43:46Z</dcterms:modified>
</cp:coreProperties>
</file>