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1C57-6465-0292-C02C-BD6868799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81C303-9170-BA3F-7B22-5E0C21CB9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DA13B-7C08-8928-EF2D-F1681B714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E9282-1685-44B6-8856-5D2B1434E5A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0E968-C55E-5C4E-4479-685FE7F3F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A0DC0-8E78-5976-D4CF-7158C689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3375-FEF9-4073-9A3F-9FC5CA7E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8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4E484-1D83-FC56-1730-808EA974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CA2B9-3B9D-B355-C6CB-93CE9FFF3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00C69-C637-78EE-2ABD-793CA3CEE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E9282-1685-44B6-8856-5D2B1434E5A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A7790-5C87-78BC-C430-4E61C825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3A2D9-053C-EF5B-8D3A-B9B873CCB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3375-FEF9-4073-9A3F-9FC5CA7E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50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A920A-2F46-4647-79CA-F625D51D8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4F831-149C-50A6-5797-E05B92F21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8F9F3-B329-D628-F633-40F30B7B1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E9282-1685-44B6-8856-5D2B1434E5A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1CDD9-F44B-DDC1-3DDF-6114606A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15A95-0CC9-14F8-B105-7ADB80D9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3375-FEF9-4073-9A3F-9FC5CA7E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11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2BA97-8CBC-B71D-DFF8-F5BF18230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B9731-0E55-3673-EA9F-46776D983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D00AB-84E3-B398-551E-E86D684EE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4AD50-89B8-0672-9364-CCE86970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E9282-1685-44B6-8856-5D2B1434E5A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42BBC-02DC-9507-9C28-EE7AEC20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8DCD1-EE43-5620-D9E6-ED5CE4C2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3375-FEF9-4073-9A3F-9FC5CA7E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09254-F180-A353-D865-11C2EDD0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42C10-2B44-02D4-517B-F087BD90F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55B7-E4F3-9FDD-17A5-297CE080F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5BD10A-79E4-B8CA-A0BF-5A3E25321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179901-57AA-F1C9-71C6-054FD6BAD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7AD732-088E-AD0C-5235-69FBABF4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E9282-1685-44B6-8856-5D2B1434E5A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F14EA-EE3C-B045-5E87-AC46630A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E326A7-D873-E745-AADB-770DF46D8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3375-FEF9-4073-9A3F-9FC5CA7E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1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BD4DA-7D29-6326-5FA0-FF10BEF3E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1356C9-4B44-BCE5-BB45-3185CC612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E9282-1685-44B6-8856-5D2B1434E5A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419DC-DAFF-8E99-B0B0-C9FF18D7D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4F9D0-E840-94E5-042B-E7581678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3375-FEF9-4073-9A3F-9FC5CA7E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50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B99FA-0917-2839-45FD-ABFAF43E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E9282-1685-44B6-8856-5D2B1434E5A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6DB5CC-2BC2-CA94-2ABA-1073CC95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D94E9-F8D8-C107-2008-ABD2B272A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3375-FEF9-4073-9A3F-9FC5CA7E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07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6D435-158E-EBBC-C89B-36C1790DA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36C50-0A11-3EF0-B15D-B59130DDB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FEC36-AC81-E26B-624F-5F124652A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DC02C-AB13-7996-4D12-B8973DAA9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E9282-1685-44B6-8856-5D2B1434E5A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18CF7-6E49-A02E-FCFC-BC918E462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CDC4C-EA70-6637-2337-FF2D3A9C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3375-FEF9-4073-9A3F-9FC5CA7E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50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7D8C-6900-0FCD-9309-70B9677EE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466123-C29A-B977-465B-82AB4A3C9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91EFC-72DD-E553-5BA5-5DB58CD8B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C12BB-6F39-A7EB-3B85-1BFD6935E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E9282-1685-44B6-8856-5D2B1434E5A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E381F-4D42-29BF-62D5-AFAF7DEB8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8E0C1-0F08-3FAA-34A3-9689D2448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3375-FEF9-4073-9A3F-9FC5CA7E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24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96F0-AAA4-8171-B676-67AF6D82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12D92-CB75-EB56-356E-311E25707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64FE2-51E1-218D-6C20-3E8044DC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E9282-1685-44B6-8856-5D2B1434E5A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5BBB-CBC5-EEA3-01AF-E037CE91F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0BAFC-73F1-BF65-75F5-FBF75924A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3375-FEF9-4073-9A3F-9FC5CA7E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7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D0FEA9-6BE3-51AD-F25B-D982B3EAB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86274-96AC-C9AE-C01E-C8B01831F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712BD-71C6-4DB2-9A0B-B9B0F8617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E9282-1685-44B6-8856-5D2B1434E5A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58CAA-37CF-C068-9EFE-96F0749FA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069DB-33A7-0FBC-5A98-12FE16B26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3375-FEF9-4073-9A3F-9FC5CA7E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5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E9D366-5D60-AB5D-68AC-CAC1A378D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46608-D624-D189-52FB-70AB76DDA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9F568-F8CD-8F37-A1DC-D1057F048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E9282-1685-44B6-8856-5D2B1434E5A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9253F-D89A-30F8-A11B-778703662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D4A40-FD4D-4E4B-E672-C030F625D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63375-FEF9-4073-9A3F-9FC5CA7E2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08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2884C9A-31A6-06EB-5D2F-88BCF3FB0DC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5502" y="573767"/>
            <a:ext cx="11788852" cy="5119462"/>
          </a:xfrm>
        </p:spPr>
      </p:pic>
    </p:spTree>
    <p:extLst>
      <p:ext uri="{BB962C8B-B14F-4D97-AF65-F5344CB8AC3E}">
        <p14:creationId xmlns:p14="http://schemas.microsoft.com/office/powerpoint/2010/main" val="353288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Sonova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Veloza Rodriguez, Jovana External</dc:creator>
  <cp:lastModifiedBy>Veloza Rodriguez, Jovana External</cp:lastModifiedBy>
  <cp:revision>1</cp:revision>
  <dcterms:created xsi:type="dcterms:W3CDTF">2025-12-04T13:58:33Z</dcterms:created>
  <dcterms:modified xsi:type="dcterms:W3CDTF">2025-12-04T13:59:15Z</dcterms:modified>
</cp:coreProperties>
</file>