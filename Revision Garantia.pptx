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F7FD-9786-0ED1-5D34-BD373521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25D35-7166-BC66-946B-AEEA6312C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30318-6305-B93F-5687-C25EDB1C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315B3-C977-1617-C01F-9E194C26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C60AB-7B9C-9B9E-98CA-B8123631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30F9-8BEF-C588-92D3-2188FABC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D9BC1-119E-C601-C2BF-2E731F0F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B7517-9425-24D1-D4AD-7E887896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3B2F4-CB19-213C-B586-EA0865C6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38154-C768-B2FA-970E-2957A601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8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5157-0455-BCA0-676F-B66AAE28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BEB15-F1B0-2554-64C3-912BD2252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6664A-03A0-513A-073C-8CF63315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DFF03-1D95-4E51-4D1A-54BF420D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E0B87-E5C6-1769-0565-735DB012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C8F2-DA90-0EB9-91DF-5CCF8268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6C20-C495-D8D5-F280-BDCFC92D5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F7A21-2500-E825-8D69-14F294984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F7C28-6C55-AF34-FFC9-FA402290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F9595-04AF-975D-2B99-6B94BCAE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00BAC-05D4-407B-5891-0CA58D87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4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1C45-C3FA-F918-275A-D801E21E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0246D-6569-4FC8-2446-07996CCEC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F2A25-8ACC-4F5A-546F-0072D08D0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27F3B-F2FE-65B2-1E36-255895B28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FA478-6B20-8CD1-09D0-910661D9F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AE3458-7F6C-B5CC-4C4E-A7FDED3A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D435A-5575-E5AB-771D-37EAACE8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7C69A-CFFB-2CF4-18E0-7543450F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8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0FAB-0937-9ECD-3BA7-8AB910C5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7911D-6CE5-C6EB-F0D0-E86821AA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11727-0C25-C5C0-5DCC-DE2B47A8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307E2-34A6-5C48-2771-0D2E0842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6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2DBBA-7F3E-B438-E444-7991405C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DF754-7704-4D33-1CF4-7F9A0FCB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5AB84-A8DB-DBE3-24CB-EA13E26F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A2D9-C518-7811-5C4A-33C4AD96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0FA39-430B-9903-439E-4060455F8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FA6CF-8874-2DA7-4524-3209847F6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A18FC-5162-8D02-9906-DA58B17B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E011A-477E-EE7F-1988-E9913AA3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DCE07-49E5-21D4-D5E5-64F861E1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5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0875-0B31-3683-62BE-146B72DF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EC17B-0C26-F16E-1B3F-CA5EE29EA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89082-E619-A8F0-8141-0495652FE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85A3F-088F-B684-DC4F-3DBFEF44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0925F-13C8-CC29-693A-36E3A934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98E5D-4A59-634B-5106-C713811B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8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2C4C-D79E-72A3-ADCA-A2A7984E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FBD18-0DA7-1B84-0AE3-84A566F69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2C1AB-9D28-89B7-252B-E7EA4681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8B695-1761-D825-6F9A-FE0C2B15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87A2-77A7-9B2C-C760-DE489EA3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CC64A-0C59-54B8-2125-3D12F5504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7D07D-9D68-8ACE-B080-6CB629689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645A1-58EB-BD85-623C-443FEC51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619FD-7576-0445-55A9-CAD35DFA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7025-E288-1D55-8622-A7FE48AB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8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AE727-0DDB-4029-5E6E-838DFD40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B4944-675E-7D05-B8C6-DF31E07C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5CB29-D467-FFF9-4BDB-2764B2E3F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ED32B-6925-475D-A5E1-0CC6746D0A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EDA22-8DD6-DFB4-ADE3-E89EDF128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BB567-15E9-2799-C8D7-6DE44545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0CCA9-13C3-4328-BB30-E2AB952A2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19AC9E3-5F72-2A6F-A857-77D099A56EE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688" y="611187"/>
            <a:ext cx="11801141" cy="5256213"/>
          </a:xfrm>
        </p:spPr>
      </p:pic>
    </p:spTree>
    <p:extLst>
      <p:ext uri="{BB962C8B-B14F-4D97-AF65-F5344CB8AC3E}">
        <p14:creationId xmlns:p14="http://schemas.microsoft.com/office/powerpoint/2010/main" val="56871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2025-12-04T13:37:44Z</dcterms:created>
  <dcterms:modified xsi:type="dcterms:W3CDTF">2025-12-04T13:38:47Z</dcterms:modified>
</cp:coreProperties>
</file>