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0BC83-D74E-B40C-0CE5-BC2D68E2A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CBCF49-307E-1B65-44F1-A86DA074F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B38A0-14C3-C0D2-799E-090D41FE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A124-15E4-42EF-B006-CA9CE051851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37D7E-6CE9-6E8F-88FD-23E091D18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71909-3925-5BAC-6337-5D14A7618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03AA8-8BB5-4986-B6F5-51B1C1039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90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9FB20-BC87-A85F-8E79-72008AD21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23C6A-7A0A-41B4-90E7-87A73C08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286EB-F248-B8CC-B6D8-6CE0CDCE0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A124-15E4-42EF-B006-CA9CE051851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4A12F-857D-251C-B738-38F4C5A5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7FEDC-B854-685D-CDB6-FEC3BEA0F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03AA8-8BB5-4986-B6F5-51B1C1039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48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BE4F6-9F4B-5175-967E-8FA26F7DB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007B1-E52E-4374-2B79-E16609AD3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DE2F6-C96F-5272-5D5B-DB0535BCA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A124-15E4-42EF-B006-CA9CE051851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FF669-C9ED-B2A2-2687-EBD2ADABE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B5A26-611C-D3F1-D200-6FB3C573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03AA8-8BB5-4986-B6F5-51B1C1039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811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9AECF-9A2A-64B5-271A-38E93CCC6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20C15-548D-5C93-A3DA-364F65531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626D7-E732-0462-23DD-83B774154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37E6E-3582-F5E8-81CA-BD833C28D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A124-15E4-42EF-B006-CA9CE051851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D4225-7164-B733-AB83-00FFCD4A8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872F7-FD55-A2B5-343E-E0F2454B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03AA8-8BB5-4986-B6F5-51B1C1039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867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48C18-DBB1-1164-85BC-751779659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0D528-217A-92FA-D8BA-9B0354EEB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C0AC3-6B0A-21DF-9E3C-92D47B929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6AC38B-3795-2D46-9259-1C5C437E9D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F11E1F-6E09-5CCB-1ED5-F18D06BB23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13D2B-A370-57D4-8231-4895E46C2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A124-15E4-42EF-B006-CA9CE051851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D4615C-3E5C-A101-0F84-3485D1F7C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A92377-CC71-FF20-B9BC-0A4AD0AC8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03AA8-8BB5-4986-B6F5-51B1C1039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1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D1F76-4E4E-A253-C3C8-C129CB23C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0A0336-9962-91EB-BBCD-AB9C5C6C3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A124-15E4-42EF-B006-CA9CE051851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90F7D-9E90-C8E2-E3E2-9C6A1CB4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56A64-ABA1-67E8-AB5E-83C98652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03AA8-8BB5-4986-B6F5-51B1C1039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61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FCCF6-E9BF-2F98-6A1F-B8CD8DDB9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A124-15E4-42EF-B006-CA9CE051851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280D38-ACB5-EA64-AC1B-3F67C9963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9769E-9280-A42E-E389-05F9F90A6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03AA8-8BB5-4986-B6F5-51B1C1039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63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2B0BB-C0AE-F834-62A6-78F3E1F7A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216D3-F4A0-5445-8DDE-B90355F11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2C90A-1CF8-35AF-BD95-5FB82FC8E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9C598-4150-3254-4724-723E9407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A124-15E4-42EF-B006-CA9CE051851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14696-BB6E-9E28-1518-FF57DF6EC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2FBD1-DD5A-2B31-3541-F4C28BBD0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03AA8-8BB5-4986-B6F5-51B1C1039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85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26DBF-28AF-D05D-FB46-2E4ECF041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2D28A9-256C-BEB2-EE30-9C51CF3C66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755044-56F7-6459-B11D-3C0A5B6DB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9BC49-0231-E01C-DC5E-F65187CCD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A124-15E4-42EF-B006-CA9CE051851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D30554-D510-0160-B430-F1F734B92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06A86-438D-2C64-09D1-DFF52ABF2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03AA8-8BB5-4986-B6F5-51B1C1039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01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D225E-149F-E7A0-EFC9-60F6FFE73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B7F1A-6169-A6A3-EC9D-B8D142A00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17E25-54F4-75AC-02BB-4259774D8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A124-15E4-42EF-B006-CA9CE051851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D1B7E-86BE-8838-D710-707AA7CAE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B3928-AF63-0FFA-CB84-37E68FF9F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03AA8-8BB5-4986-B6F5-51B1C1039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08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32E5E2-3796-D45F-385A-C6603789E1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7749A6-8943-8ED9-F30D-7C4D93C87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943AA-685F-DFEC-4794-D8AF31445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A124-15E4-42EF-B006-CA9CE051851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2218B-EDC6-DB8D-B27A-E22C13C94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DC9CA-1346-A2A7-FA70-C2EB745D9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03AA8-8BB5-4986-B6F5-51B1C1039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312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F081A6-0DD1-8B7F-0075-05178323C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70A45-03F7-1EB5-0542-D7C3D1F75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754C9-96F8-E989-916C-039FF3208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A9A124-15E4-42EF-B006-CA9CE051851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9C3F7-68DB-75D2-2EFF-28B0F9C2C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0766A-0FF3-8BFB-A97C-2F3805F53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803AA8-8BB5-4986-B6F5-51B1C1039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167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597349-8B77-4543-F5A4-62DF2A523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29886"/>
            <a:ext cx="10905066" cy="479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327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7A3CC-9B31-80EB-7F5C-0F4E9FC89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54FAA6-B36D-9215-D7B9-8BE68B8C7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90" y="968248"/>
            <a:ext cx="11094020" cy="492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775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AE94-F621-3CBE-8FB0-E23F3F7C3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3634D3-1DB2-E719-9837-DC72284DE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64" y="1241312"/>
            <a:ext cx="11138472" cy="437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010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Sonova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Veloza Rodriguez, Jovana External</dc:creator>
  <cp:lastModifiedBy>Veloza Rodriguez, Jovana External</cp:lastModifiedBy>
  <cp:revision>1</cp:revision>
  <dcterms:created xsi:type="dcterms:W3CDTF">2025-12-04T13:45:17Z</dcterms:created>
  <dcterms:modified xsi:type="dcterms:W3CDTF">2025-12-04T13:49:41Z</dcterms:modified>
</cp:coreProperties>
</file>