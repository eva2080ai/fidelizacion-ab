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3FE2-04AC-1E69-9920-9E0D36662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AF7C7-5399-C89C-4A42-D84A18300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9A54C-9F6C-6FDD-BFB2-2DFBA8E0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CDAF-1047-AFCD-2C08-3400247D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431F8-B38F-9456-299D-A9B515D9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EC39-3482-9279-2B39-48ED797A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3C6B-E682-3722-04EB-628E290A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1EDA4-6C73-BAF3-21D8-4D7F5454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3E164-0CB9-8E23-DFAE-FA381332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F8D02-9597-277B-67DE-78B6E435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6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B05F-AC42-BDCF-EE93-06F2E5AF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74368-C9B4-9777-2D60-F97DC7B5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0B095-8F36-7249-BE93-34E61325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73C9C-B8DD-5D68-1AFF-88ABBD3D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B90E-0C80-B74A-7255-98A1DA3D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98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62C2-826B-BB22-A2CE-34CCC373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60587-3ECD-A348-2238-55378972A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B7DF3-611A-644C-1587-621EBC5F1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9955E-FCC5-E522-7B7F-9DF1CF27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E1DE-47BE-2368-796F-AEBD19F6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8EC08-603B-3E0C-7F89-6826145B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8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1043-2D1C-37AC-B3C7-1B8B61BA6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2099B-3C35-28D1-D10B-2E25891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0D2-7A7A-ADB3-DA08-404180819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0EF1C-973D-5DA9-E65A-B2FB1EEB6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51BBB-D172-857D-CE86-293784D3C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6F736-4467-5A21-E962-361825E0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8FA02-941B-8ACA-57AE-0C2E62A5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2A4DF-8EA8-D4E5-5742-C8580E12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4F6E-88E2-1034-6098-EF362C04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61354-140F-829B-E5AB-B08EAF1C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AB99E-864F-D3AD-470F-852E559C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1F422-4061-77FC-8088-E1230DDB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9459D-511A-66EB-3695-32566D24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B6B12-D504-24DF-D671-2920511B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7BDAD-2986-A312-3D08-4460A361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7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8634-D0F8-F906-48CA-A644B352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78B3-B2D9-EBD0-50E6-6677BDF82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6C82D-0CFB-7DEF-BE1C-9FA25F76A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98AF8-FEA8-5282-150E-0BF00E5E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7ED23-7A16-6E63-CC5E-DA6CDBBE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D4ECF-3470-89AF-A5C7-B4E8EAA5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9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14AC-B638-EA2F-0509-D386C18E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6B9EC-C4DA-CCA3-A85B-25497BDD7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24BEB-3ADB-7B77-3B8C-18B214397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8C381-AF5B-7BE3-8BEC-CC1B8934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0E6AF-F67D-B8FB-A182-DED3E5FC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F6AB8-B83F-47BA-2497-67CED573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3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FA69-81B0-6E1A-E3C5-A8932F19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D967C-0A69-D3B2-239C-32883F1B7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462C-F5D0-3537-EB6E-44EA6A20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4AC5C-E116-639D-1345-897E77EA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75E2E-8E81-FBE8-C2F5-B5E168F8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2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0471D-1DD0-1B45-7387-4F8EB0B83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26297-C69C-F831-C28F-38589DE25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376F-1CA9-D7F7-C6C5-C9676C64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ACF1-2455-C9FE-34D2-BA4238CF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BA452-56E9-1CD1-31ED-D8597EBD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5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A9038-9A55-D214-B0C7-0AE12AC8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0BE50-C6A5-BBA8-56D0-A77317A6A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428DB-1BE3-65AD-AF3D-25C51BB65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CC88E-0BA5-46CE-919D-15076E84F2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DE90-DA3F-E6D9-54D4-D45BD6C1E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50B8-0D23-00EE-3E9A-62FDE48A1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8F385-B0DE-44BE-B372-0B5A9E0FA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7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0E39F98-FD10-2040-ABD8-C062FF5FFC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7759" y="737054"/>
            <a:ext cx="10715846" cy="4873625"/>
          </a:xfrm>
        </p:spPr>
      </p:pic>
    </p:spTree>
    <p:extLst>
      <p:ext uri="{BB962C8B-B14F-4D97-AF65-F5344CB8AC3E}">
        <p14:creationId xmlns:p14="http://schemas.microsoft.com/office/powerpoint/2010/main" val="273573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F7E2B-DAD3-4836-B79D-DCDA9257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34B6CA-32F7-E737-E287-FD43572E1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841242"/>
            <a:ext cx="11189275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5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0C28-31A9-F304-B5C6-D9BDB194E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82535-DF32-2DA7-13F9-C91DFCAEB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923796"/>
            <a:ext cx="11189275" cy="50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2025-12-04T14:17:58Z</dcterms:created>
  <dcterms:modified xsi:type="dcterms:W3CDTF">2025-12-04T14:22:48Z</dcterms:modified>
</cp:coreProperties>
</file>